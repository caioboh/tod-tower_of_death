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0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35038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41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384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83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89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44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88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70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2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48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903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CB7C509-EFC3-4E6B-ABAB-4FF8D5E8513D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1ABDFF3-BADF-4F22-BE56-B1DAC10C63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0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10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781A7-5F5E-B1D3-4FEF-440386657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Guia de Arte- </a:t>
            </a:r>
            <a:br>
              <a:rPr lang="pt-BR" dirty="0"/>
            </a:br>
            <a:r>
              <a:rPr lang="pt-BR" dirty="0"/>
              <a:t>Tower </a:t>
            </a:r>
            <a:r>
              <a:rPr lang="pt-BR" dirty="0" err="1"/>
              <a:t>of</a:t>
            </a:r>
            <a:r>
              <a:rPr lang="pt-BR" dirty="0"/>
              <a:t> Death</a:t>
            </a:r>
          </a:p>
        </p:txBody>
      </p:sp>
    </p:spTree>
    <p:extLst>
      <p:ext uri="{BB962C8B-B14F-4D97-AF65-F5344CB8AC3E}">
        <p14:creationId xmlns:p14="http://schemas.microsoft.com/office/powerpoint/2010/main" val="3066385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235AB-367A-4DDE-0D7C-4A7E4651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5B06C6-27BF-B21A-117A-0FE8169C3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Usar predominantemente cores escuras ou que não chamem tanta atenção;</a:t>
            </a:r>
          </a:p>
          <a:p>
            <a:r>
              <a:rPr lang="pt-BR" dirty="0"/>
              <a:t>Para artes específicas de área, se basear nas seguintes imagens:</a:t>
            </a:r>
          </a:p>
          <a:p>
            <a:endParaRPr lang="pt-BR" dirty="0"/>
          </a:p>
        </p:txBody>
      </p:sp>
      <p:pic>
        <p:nvPicPr>
          <p:cNvPr id="5122" name="Picture 2" descr="Psicologia das cores! – Esboço Artes – Escola de Desenho">
            <a:extLst>
              <a:ext uri="{FF2B5EF4-FFF2-40B4-BE49-F238E27FC236}">
                <a16:creationId xmlns:a16="http://schemas.microsoft.com/office/drawing/2014/main" id="{2E29FBB0-A148-D8A4-AFF5-7214F80F1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362" y="2727064"/>
            <a:ext cx="3762561" cy="376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sicologia das cores! – Esboço Artes – Escola de Desenho">
            <a:extLst>
              <a:ext uri="{FF2B5EF4-FFF2-40B4-BE49-F238E27FC236}">
                <a16:creationId xmlns:a16="http://schemas.microsoft.com/office/drawing/2014/main" id="{20023B71-7333-E31C-EE11-CB81451F5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413" y="3081104"/>
            <a:ext cx="3670839" cy="3290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649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A050D-98FD-0EED-A69B-FB8F417D0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Negação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14227-409D-6D9C-2953-C5958F92F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Remorso, temor, solidão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91BCAA2-1B67-C45A-DBAF-BBB14E78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85" y="2319689"/>
            <a:ext cx="6791668" cy="386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8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A050D-98FD-0EED-A69B-FB8F417D0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14227-409D-6D9C-2953-C5958F92F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Ira, raiva, agressividade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2A87E9-7CCA-E666-BF70-A8236A075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54" y="2318851"/>
            <a:ext cx="7138983" cy="38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0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A050D-98FD-0EED-A69B-FB8F417D0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Barganha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2434F2-3935-43EC-40BA-0E452E67B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508" y="1900337"/>
            <a:ext cx="6916444" cy="399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7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A050D-98FD-0EED-A69B-FB8F417D0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Depressão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14227-409D-6D9C-2953-C5958F92F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Desespero, tristeza, solidão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4DF187-6E40-7B4D-5657-E75E1B129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180073"/>
            <a:ext cx="7299301" cy="424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779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A050D-98FD-0EED-A69B-FB8F417D0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Aceitação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14227-409D-6D9C-2953-C5958F92F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Serenidade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AC404E-01D9-49CF-45BE-5B07DA14F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236723"/>
            <a:ext cx="7409665" cy="414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7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EC162-3117-DAB0-8C5C-E466A66E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Personagens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02C583-CD98-E8F3-3A41-A49E70ED2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utilizar </a:t>
            </a:r>
            <a:r>
              <a:rPr lang="pt-BR" dirty="0" err="1"/>
              <a:t>outline</a:t>
            </a:r>
            <a:r>
              <a:rPr lang="pt-BR" dirty="0"/>
              <a:t>, caso necessário fazer sombreamento/aura apagada como bordas;</a:t>
            </a:r>
          </a:p>
          <a:p>
            <a:r>
              <a:rPr lang="pt-BR" dirty="0"/>
              <a:t>Manter a proporção do corpo normal sem grandes estilizações, dando pouco destaque para a cabeça.</a:t>
            </a:r>
          </a:p>
        </p:txBody>
      </p:sp>
      <p:pic>
        <p:nvPicPr>
          <p:cNvPr id="2050" name="Picture 2" descr="Assassin Idle Animation by Alrezky Caesaria on Dribbble">
            <a:extLst>
              <a:ext uri="{FF2B5EF4-FFF2-40B4-BE49-F238E27FC236}">
                <a16:creationId xmlns:a16="http://schemas.microsoft.com/office/drawing/2014/main" id="{8B1FF204-8D8F-661A-5139-393F92E1C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31" y="3429000"/>
            <a:ext cx="4015273" cy="301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mall Vi pixel art idle animation : r/ViMains">
            <a:extLst>
              <a:ext uri="{FF2B5EF4-FFF2-40B4-BE49-F238E27FC236}">
                <a16:creationId xmlns:a16="http://schemas.microsoft.com/office/drawing/2014/main" id="{15295000-240B-71FE-2BDB-612D2AF6C6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0" t="14094" r="12958" b="2825"/>
          <a:stretch/>
        </p:blipFill>
        <p:spPr bwMode="auto">
          <a:xfrm>
            <a:off x="3233119" y="3651767"/>
            <a:ext cx="2034073" cy="256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in page">
            <a:extLst>
              <a:ext uri="{FF2B5EF4-FFF2-40B4-BE49-F238E27FC236}">
                <a16:creationId xmlns:a16="http://schemas.microsoft.com/office/drawing/2014/main" id="{68AF4BD4-3F01-F1A2-9DFA-8DC581E89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691" y="3651767"/>
            <a:ext cx="2565919" cy="256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Idle pixel art animation by Tiago Franco on Dribbble">
            <a:extLst>
              <a:ext uri="{FF2B5EF4-FFF2-40B4-BE49-F238E27FC236}">
                <a16:creationId xmlns:a16="http://schemas.microsoft.com/office/drawing/2014/main" id="{3FB3222E-D3C1-3A8D-1A1D-CBFF93767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524" y="4090774"/>
            <a:ext cx="3201955" cy="240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ímbolo de &quot;Não Permitido&quot; 5">
            <a:extLst>
              <a:ext uri="{FF2B5EF4-FFF2-40B4-BE49-F238E27FC236}">
                <a16:creationId xmlns:a16="http://schemas.microsoft.com/office/drawing/2014/main" id="{68AA8D1D-61AC-E7E4-2D41-F89E0D7BBEE8}"/>
              </a:ext>
            </a:extLst>
          </p:cNvPr>
          <p:cNvSpPr/>
          <p:nvPr/>
        </p:nvSpPr>
        <p:spPr>
          <a:xfrm>
            <a:off x="8925151" y="3551934"/>
            <a:ext cx="1240971" cy="1240971"/>
          </a:xfrm>
          <a:prstGeom prst="noSmoking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0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89E1-732F-D171-EA6A-B68349AD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Personagens- Sprites </a:t>
            </a:r>
            <a:r>
              <a:rPr lang="pt-BR" dirty="0" err="1"/>
              <a:t>Idle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BCAAA-ED33-3C27-51C2-C0F75D965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Grid 64x64;</a:t>
            </a:r>
          </a:p>
          <a:p>
            <a:r>
              <a:rPr lang="pt-BR" dirty="0"/>
              <a:t>Os personagens são geralmente vistos na diagonal, cerca de 45º; </a:t>
            </a:r>
          </a:p>
          <a:p>
            <a:r>
              <a:rPr lang="pt-BR" dirty="0"/>
              <a:t>Todos os sprites básicos devem ter algum tipo de animação, preferencialmente respiração ou flutuando no ar. NÃO PRECISA SER ESTRAVAGANTE!</a:t>
            </a:r>
          </a:p>
          <a:p>
            <a:endParaRPr lang="pt-BR" dirty="0"/>
          </a:p>
        </p:txBody>
      </p:sp>
      <p:pic>
        <p:nvPicPr>
          <p:cNvPr id="1026" name="Picture 2" descr="Idle animation or Shake those pixels, baby!">
            <a:extLst>
              <a:ext uri="{FF2B5EF4-FFF2-40B4-BE49-F238E27FC236}">
                <a16:creationId xmlns:a16="http://schemas.microsoft.com/office/drawing/2014/main" id="{4F052906-10E0-0109-3C96-2D1CE8DF7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558" y="4111850"/>
            <a:ext cx="2278225" cy="227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rtStation - Lil' Mel Idle Rhythm - Pixel Animation">
            <a:extLst>
              <a:ext uri="{FF2B5EF4-FFF2-40B4-BE49-F238E27FC236}">
                <a16:creationId xmlns:a16="http://schemas.microsoft.com/office/drawing/2014/main" id="{7D7F6ACB-B511-3F1A-1C83-8B111AFA1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816" y="4111850"/>
            <a:ext cx="2278225" cy="227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ímbolo de &quot;Não Permitido&quot; 3">
            <a:extLst>
              <a:ext uri="{FF2B5EF4-FFF2-40B4-BE49-F238E27FC236}">
                <a16:creationId xmlns:a16="http://schemas.microsoft.com/office/drawing/2014/main" id="{1A016226-5484-81FD-799D-B9B4D9B56C9A}"/>
              </a:ext>
            </a:extLst>
          </p:cNvPr>
          <p:cNvSpPr/>
          <p:nvPr/>
        </p:nvSpPr>
        <p:spPr>
          <a:xfrm>
            <a:off x="3065976" y="3925159"/>
            <a:ext cx="1240971" cy="1240971"/>
          </a:xfrm>
          <a:prstGeom prst="noSmoking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Círculo: Vazio 4">
            <a:extLst>
              <a:ext uri="{FF2B5EF4-FFF2-40B4-BE49-F238E27FC236}">
                <a16:creationId xmlns:a16="http://schemas.microsoft.com/office/drawing/2014/main" id="{89982FE8-ABB8-6CD2-03F5-55E40811AA90}"/>
              </a:ext>
            </a:extLst>
          </p:cNvPr>
          <p:cNvSpPr/>
          <p:nvPr/>
        </p:nvSpPr>
        <p:spPr>
          <a:xfrm>
            <a:off x="7652766" y="3778898"/>
            <a:ext cx="1240971" cy="1240971"/>
          </a:xfrm>
          <a:prstGeom prst="donu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702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8C525-F90B-1E0D-BF25-281F1BF4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Personagens- Movimento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F2DF08-FF09-850C-427C-338AD7331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Grid 64x64;</a:t>
            </a:r>
          </a:p>
          <a:p>
            <a:r>
              <a:rPr lang="pt-BR" dirty="0"/>
              <a:t>Durante qualquer ação de movimento, os personagens são vistos quase totalmente de lado, podendo haver exceções.</a:t>
            </a:r>
          </a:p>
        </p:txBody>
      </p:sp>
      <p:pic>
        <p:nvPicPr>
          <p:cNvPr id="3074" name="Picture 2" descr="Pixel Art Animation basics - 5 classic side scrolling walking / running  animations from the SNES era — The Works of Hani Amir">
            <a:extLst>
              <a:ext uri="{FF2B5EF4-FFF2-40B4-BE49-F238E27FC236}">
                <a16:creationId xmlns:a16="http://schemas.microsoft.com/office/drawing/2014/main" id="{AC81383D-B779-38FC-7391-B10371808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116" y="3760787"/>
            <a:ext cx="2428875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xel Art — -IZMA-">
            <a:extLst>
              <a:ext uri="{FF2B5EF4-FFF2-40B4-BE49-F238E27FC236}">
                <a16:creationId xmlns:a16="http://schemas.microsoft.com/office/drawing/2014/main" id="{DD917E53-EC40-E3D8-7634-290BD15E7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106" y="3760787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uvida] Pixel art, tem nome para este estilo ?">
            <a:extLst>
              <a:ext uri="{FF2B5EF4-FFF2-40B4-BE49-F238E27FC236}">
                <a16:creationId xmlns:a16="http://schemas.microsoft.com/office/drawing/2014/main" id="{204AB544-EEDC-5229-C183-D696B8C68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347" y="2389187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641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4A747-E712-FDD3-7BC4-9F99422C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Personagens- Conversas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E67B0B-CB86-6AB0-93DA-28BA8F5CC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Durante os diálogos, os personagens aparecerão da cintura pra cima, tendo artes maiores e mais detalhadas;</a:t>
            </a:r>
          </a:p>
          <a:p>
            <a:r>
              <a:rPr lang="pt-BR" dirty="0"/>
              <a:t>Os sprites terão pouca ou nenhuma animação;</a:t>
            </a:r>
          </a:p>
          <a:p>
            <a:r>
              <a:rPr lang="pt-BR" dirty="0"/>
              <a:t>Serão vistos de frente olhando, normalmente olhando para a tela, sendo como uma conversa em 1ª pessoa.</a:t>
            </a:r>
          </a:p>
        </p:txBody>
      </p:sp>
      <p:pic>
        <p:nvPicPr>
          <p:cNvPr id="4104" name="Picture 8" descr="The Best Visual Novel Games for All Types of Gamers">
            <a:extLst>
              <a:ext uri="{FF2B5EF4-FFF2-40B4-BE49-F238E27FC236}">
                <a16:creationId xmlns:a16="http://schemas.microsoft.com/office/drawing/2014/main" id="{23AA7396-9115-C50A-C375-8827611433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81"/>
          <a:stretch/>
        </p:blipFill>
        <p:spPr bwMode="auto">
          <a:xfrm>
            <a:off x="1602531" y="3638709"/>
            <a:ext cx="3041187" cy="285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What are Visual Novels? | Electra Street">
            <a:extLst>
              <a:ext uri="{FF2B5EF4-FFF2-40B4-BE49-F238E27FC236}">
                <a16:creationId xmlns:a16="http://schemas.microsoft.com/office/drawing/2014/main" id="{C0F28071-D490-5260-A2A1-B50B10ADA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81"/>
          <a:stretch/>
        </p:blipFill>
        <p:spPr bwMode="auto">
          <a:xfrm>
            <a:off x="6108192" y="3711387"/>
            <a:ext cx="3041187" cy="285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560324"/>
      </p:ext>
    </p:extLst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Exibir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Exibir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ibir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144</TotalTime>
  <Words>198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Exibir</vt:lpstr>
      <vt:lpstr>Guia de Arte-  Tower of Death</vt:lpstr>
      <vt:lpstr>Cores</vt:lpstr>
      <vt:lpstr>Negação</vt:lpstr>
      <vt:lpstr>Raiva</vt:lpstr>
      <vt:lpstr>Barganha</vt:lpstr>
      <vt:lpstr>Depressão</vt:lpstr>
      <vt:lpstr>Aceitação</vt:lpstr>
      <vt:lpstr>Personagens</vt:lpstr>
      <vt:lpstr>Personagens- Sprites Idle</vt:lpstr>
      <vt:lpstr>Personagens- Movimento</vt:lpstr>
      <vt:lpstr>Personagens- Conversas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Caio Bohlhalter</dc:creator>
  <cp:lastModifiedBy>Caio Bohlhalter</cp:lastModifiedBy>
  <cp:revision>2</cp:revision>
  <dcterms:created xsi:type="dcterms:W3CDTF">2024-08-27T18:39:48Z</dcterms:created>
  <dcterms:modified xsi:type="dcterms:W3CDTF">2024-09-02T19:22:32Z</dcterms:modified>
</cp:coreProperties>
</file>